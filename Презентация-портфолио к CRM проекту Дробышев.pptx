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2" r:id="rId5"/>
    <p:sldId id="269" r:id="rId6"/>
    <p:sldId id="259" r:id="rId7"/>
    <p:sldId id="261" r:id="rId8"/>
    <p:sldId id="260" r:id="rId9"/>
    <p:sldId id="265" r:id="rId10"/>
    <p:sldId id="270" r:id="rId11"/>
    <p:sldId id="271" r:id="rId12"/>
    <p:sldId id="263" r:id="rId13"/>
    <p:sldId id="264" r:id="rId14"/>
    <p:sldId id="266" r:id="rId15"/>
    <p:sldId id="267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881" autoAdjust="0"/>
  </p:normalViewPr>
  <p:slideViewPr>
    <p:cSldViewPr snapToGrid="0">
      <p:cViewPr varScale="1">
        <p:scale>
          <a:sx n="99" d="100"/>
          <a:sy n="99" d="100"/>
        </p:scale>
        <p:origin x="9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D6A7CD-369F-9588-CA20-81B747640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E11C45C-6B32-F488-6628-048667EA5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3F951D-7E14-FB5F-4C02-EC4322C35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FB5A-D740-47F0-A17D-AC81842FF83C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80EDBF-2881-5CC2-278C-96EC48F7D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EB9983-FD1B-7019-B547-2428B47BD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CF6E1-2AC4-44A5-835B-7C7AE3A038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7793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86E78F-163D-8209-3F07-D3AA2815C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680940-50A0-503E-DE1B-1113B99F8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314457-1544-75F2-75D5-0FC33D5B6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FB5A-D740-47F0-A17D-AC81842FF83C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E078E3-9D01-EF2A-1C4F-7DF3669D0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F5A0BA-3A83-BFF9-27CE-81DBBD0F3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CF6E1-2AC4-44A5-835B-7C7AE3A038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08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E86101-7D98-2955-BB32-C9A6FBCED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688CAF-4BDE-8DFC-BB67-E77A063FE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8D5831A-C0C1-A50D-281E-5BBFDE703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FB5A-D740-47F0-A17D-AC81842FF83C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47C8B6-5E3E-473D-EE7D-EF00EA089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01C600-B9EA-A080-21EE-57B44B727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CF6E1-2AC4-44A5-835B-7C7AE3A038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2152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85359B-8E81-D676-D353-F77E114A3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F36D32-E507-8AD1-C0DA-E8533EE66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14D4FA0-4469-AF56-5F3A-42C972B9F5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54358C6-2FFB-AB82-ED28-C011917D4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FB5A-D740-47F0-A17D-AC81842FF83C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26792A-445D-10A0-278E-56469528D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C7EC91E-3B60-4AFB-E8E9-728DB680E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CF6E1-2AC4-44A5-835B-7C7AE3A038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849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27B54F-C595-BF36-FA38-2F6D8E52C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817A4F-9EC2-F2B9-6344-49024722A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FFF9F53-FDF3-5469-FC71-B50CFB533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E62ED5E-B3E9-E38B-1F64-C2B47D533F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9D7777C-E499-FCC4-8D2E-DB6C1E79AB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DB8096F-11A2-C75C-D478-3A7C7FC05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FB5A-D740-47F0-A17D-AC81842FF83C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881F9DB-3540-364D-BAA8-498693987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F98C06A-337E-5801-918A-C19BB0786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CF6E1-2AC4-44A5-835B-7C7AE3A038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519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2E5C4-F783-D6DE-716F-99A85F9BF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A0DDD01-9801-C19A-11E7-61543C2E0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FB5A-D740-47F0-A17D-AC81842FF83C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B217FB9-5A38-B990-C913-E594904FD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89B5F4B-8117-C290-FAB3-207A140A3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CF6E1-2AC4-44A5-835B-7C7AE3A038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522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A8C39B8-E534-B838-D3B8-2772AAD50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FB5A-D740-47F0-A17D-AC81842FF83C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36756ED-14B7-97DC-D901-5800B6D3E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0DF88B6-E4C6-55AA-F35F-8E3636BB1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CF6E1-2AC4-44A5-835B-7C7AE3A038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774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9B436B-E1B4-3491-9F52-BCB000F65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AA9AA1-C72D-4D82-B4B5-6EB8260D3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C89540F-DAEB-1393-2B95-94E048757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71A4429-CDC1-1BF3-EF78-90E0853A0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FB5A-D740-47F0-A17D-AC81842FF83C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29FAD6A-F0B1-F254-A432-403616479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BFA191-5ADD-AEDB-7B41-C8F3A3961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CF6E1-2AC4-44A5-835B-7C7AE3A038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0380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1A7672-EE59-21A0-883E-06661BA60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767563B-FB0C-4980-D697-68A099A735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4CC75A-EB11-52FA-6325-55696C519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F2EB280-0010-7069-E6C1-5AA1E5260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FB5A-D740-47F0-A17D-AC81842FF83C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0D6840-0837-1426-CF20-FF2CED34F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1B4E84B-FFD9-0CDE-4EDB-54BE11760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CF6E1-2AC4-44A5-835B-7C7AE3A038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4629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7ACB6D-8517-A160-68E6-DD15C8FEE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512C642-2A33-C182-811B-8EB4E9B8C4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36D171-6595-3C76-AA4A-172393734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FB5A-D740-47F0-A17D-AC81842FF83C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7694EC-382B-E82E-F783-9D4ED7EEF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88C844-4CAC-D852-756F-8B6D25229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CF6E1-2AC4-44A5-835B-7C7AE3A038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6456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EAE29C6-804F-B552-AFF1-CC8D5D3014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28928F9-89C0-1EB6-5589-06200E00DF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FF4FBF-EC2C-3534-92A0-E6CA1EE00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FB5A-D740-47F0-A17D-AC81842FF83C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063CC9-35EA-D568-5853-74A8E7705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1227C6-446E-2B92-F8C7-AE24DFA49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CF6E1-2AC4-44A5-835B-7C7AE3A038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120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113EEC-5270-7078-D1FC-780888543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E60052-D6FF-A1BC-131C-FF424DE11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456DD6-0879-F477-30D6-EF1C77FA31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0FB5A-D740-47F0-A17D-AC81842FF83C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FF12E5-D72F-5C3C-652E-E8EFA5B41E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A4F7CF-7F9D-9E4F-5201-F49288482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0CF6E1-2AC4-44A5-835B-7C7AE3A038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1311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D4F797AE-2572-896F-97BA-3CABC6B6C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50399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ru-RU" dirty="0"/>
              <a:t>Презентация к проекту</a:t>
            </a:r>
            <a:br>
              <a:rPr lang="en-US" dirty="0"/>
            </a:br>
            <a:r>
              <a:rPr lang="ru-RU" dirty="0"/>
              <a:t>Разработка </a:t>
            </a:r>
            <a:r>
              <a:rPr lang="en-US" dirty="0"/>
              <a:t>CRM</a:t>
            </a:r>
            <a:r>
              <a:rPr lang="ru-RU" dirty="0"/>
              <a:t> приложения.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540381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B4AF06-0FCA-A411-C242-E522C75A0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Что включает в себя проект?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F8E5D43B-FA23-6B0B-DF3E-BC2C8FA5C46E}"/>
              </a:ext>
            </a:extLst>
          </p:cNvPr>
          <p:cNvSpPr/>
          <p:nvPr/>
        </p:nvSpPr>
        <p:spPr>
          <a:xfrm>
            <a:off x="1936387" y="1714751"/>
            <a:ext cx="2225842" cy="980324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Web</a:t>
            </a:r>
            <a:r>
              <a:rPr lang="ru-RU" dirty="0">
                <a:solidFill>
                  <a:schemeClr val="tx1"/>
                </a:solidFill>
              </a:rPr>
              <a:t> - клиент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0A01F6BF-C931-60D6-4130-2A7C663749BC}"/>
              </a:ext>
            </a:extLst>
          </p:cNvPr>
          <p:cNvSpPr/>
          <p:nvPr/>
        </p:nvSpPr>
        <p:spPr>
          <a:xfrm>
            <a:off x="4816637" y="1690687"/>
            <a:ext cx="2225842" cy="980324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WPF</a:t>
            </a:r>
            <a:r>
              <a:rPr lang="ru-RU" dirty="0">
                <a:solidFill>
                  <a:schemeClr val="tx1"/>
                </a:solidFill>
              </a:rPr>
              <a:t> - приложение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0C363FE9-65F8-72D2-D81D-40FD87F25FC3}"/>
              </a:ext>
            </a:extLst>
          </p:cNvPr>
          <p:cNvSpPr/>
          <p:nvPr/>
        </p:nvSpPr>
        <p:spPr>
          <a:xfrm>
            <a:off x="7708226" y="1690687"/>
            <a:ext cx="2225842" cy="980324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Telegram - </a:t>
            </a:r>
            <a:r>
              <a:rPr lang="ru-RU" dirty="0">
                <a:solidFill>
                  <a:schemeClr val="tx1"/>
                </a:solidFill>
              </a:rPr>
              <a:t>бот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625FE8FB-ED0F-5D93-6840-3D3B0DEB3BB5}"/>
              </a:ext>
            </a:extLst>
          </p:cNvPr>
          <p:cNvSpPr/>
          <p:nvPr/>
        </p:nvSpPr>
        <p:spPr>
          <a:xfrm>
            <a:off x="4816637" y="3206666"/>
            <a:ext cx="2225842" cy="980324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Сервер </a:t>
            </a:r>
            <a:r>
              <a:rPr lang="en-US" dirty="0">
                <a:solidFill>
                  <a:schemeClr val="tx1"/>
                </a:solidFill>
              </a:rPr>
              <a:t>API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0A3C66FB-37CF-F186-D972-25E45FA0CF3F}"/>
              </a:ext>
            </a:extLst>
          </p:cNvPr>
          <p:cNvSpPr/>
          <p:nvPr/>
        </p:nvSpPr>
        <p:spPr>
          <a:xfrm>
            <a:off x="4816637" y="4863007"/>
            <a:ext cx="2225842" cy="980324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База данных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E3B37822-5493-74A5-17EE-767D170DE7BB}"/>
              </a:ext>
            </a:extLst>
          </p:cNvPr>
          <p:cNvCxnSpPr>
            <a:cxnSpLocks/>
          </p:cNvCxnSpPr>
          <p:nvPr/>
        </p:nvCxnSpPr>
        <p:spPr>
          <a:xfrm>
            <a:off x="4150890" y="2671011"/>
            <a:ext cx="665747" cy="5356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1F9D69D3-6F9D-5223-8350-65B64C0EDA83}"/>
              </a:ext>
            </a:extLst>
          </p:cNvPr>
          <p:cNvCxnSpPr>
            <a:cxnSpLocks/>
          </p:cNvCxnSpPr>
          <p:nvPr/>
        </p:nvCxnSpPr>
        <p:spPr>
          <a:xfrm>
            <a:off x="5943594" y="2731169"/>
            <a:ext cx="0" cy="43940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77AAE789-B712-80DF-B728-1CEE714C22A1}"/>
              </a:ext>
            </a:extLst>
          </p:cNvPr>
          <p:cNvCxnSpPr>
            <a:cxnSpLocks/>
          </p:cNvCxnSpPr>
          <p:nvPr/>
        </p:nvCxnSpPr>
        <p:spPr>
          <a:xfrm flipH="1">
            <a:off x="7042479" y="2671011"/>
            <a:ext cx="665747" cy="5356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2F670200-D984-6C50-6721-7781777CDC45}"/>
              </a:ext>
            </a:extLst>
          </p:cNvPr>
          <p:cNvCxnSpPr>
            <a:cxnSpLocks/>
          </p:cNvCxnSpPr>
          <p:nvPr/>
        </p:nvCxnSpPr>
        <p:spPr>
          <a:xfrm flipH="1">
            <a:off x="5929558" y="4223086"/>
            <a:ext cx="8015" cy="61585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D9800EFE-88D2-2728-303E-80065E1EB842}"/>
              </a:ext>
            </a:extLst>
          </p:cNvPr>
          <p:cNvSpPr/>
          <p:nvPr/>
        </p:nvSpPr>
        <p:spPr>
          <a:xfrm>
            <a:off x="7708226" y="3206666"/>
            <a:ext cx="2225842" cy="980324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API</a:t>
            </a:r>
            <a:r>
              <a:rPr lang="ru-RU" dirty="0">
                <a:solidFill>
                  <a:schemeClr val="tx1"/>
                </a:solidFill>
              </a:rPr>
              <a:t> - </a:t>
            </a:r>
            <a:r>
              <a:rPr lang="en-US" dirty="0">
                <a:solidFill>
                  <a:schemeClr val="tx1"/>
                </a:solidFill>
              </a:rPr>
              <a:t>Telegram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0D8476C9-0482-C275-F534-BE4A91022891}"/>
              </a:ext>
            </a:extLst>
          </p:cNvPr>
          <p:cNvCxnSpPr>
            <a:cxnSpLocks/>
          </p:cNvCxnSpPr>
          <p:nvPr/>
        </p:nvCxnSpPr>
        <p:spPr>
          <a:xfrm>
            <a:off x="8833179" y="2695075"/>
            <a:ext cx="0" cy="43940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0468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991EE9-CE6C-6966-B2A1-D0A4A86D3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Сервер </a:t>
            </a:r>
            <a:r>
              <a:rPr lang="en-US" dirty="0"/>
              <a:t>API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4B7670-CEB9-1EF2-C5E5-9DC10058D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Задачи</a:t>
            </a:r>
            <a:r>
              <a:rPr lang="en-US" dirty="0"/>
              <a:t>: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- прием запросов со стороны клиентских приложений</a:t>
            </a:r>
          </a:p>
          <a:p>
            <a:pPr marL="0" indent="0">
              <a:buNone/>
            </a:pPr>
            <a:r>
              <a:rPr lang="ru-RU" dirty="0"/>
              <a:t>- обработка запросов</a:t>
            </a:r>
          </a:p>
          <a:p>
            <a:pPr marL="0" indent="0">
              <a:buNone/>
            </a:pPr>
            <a:r>
              <a:rPr lang="ru-RU" dirty="0"/>
              <a:t>- подготовка данных для их отправки на сторону клиентских приложений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- </a:t>
            </a:r>
            <a:r>
              <a:rPr lang="ru-RU" dirty="0"/>
              <a:t>взаимодействие с базой данных</a:t>
            </a:r>
          </a:p>
        </p:txBody>
      </p:sp>
    </p:spTree>
    <p:extLst>
      <p:ext uri="{BB962C8B-B14F-4D97-AF65-F5344CB8AC3E}">
        <p14:creationId xmlns:p14="http://schemas.microsoft.com/office/powerpoint/2010/main" val="3696933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49ECA84-4C44-1096-2A3A-668FC7804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3025"/>
            <a:ext cx="10515600" cy="1325563"/>
          </a:xfrm>
        </p:spPr>
        <p:txBody>
          <a:bodyPr/>
          <a:lstStyle/>
          <a:p>
            <a:r>
              <a:rPr lang="ru-RU" dirty="0"/>
              <a:t>Взаимодействие с </a:t>
            </a:r>
            <a:r>
              <a:rPr lang="en-US" dirty="0"/>
              <a:t>API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E20514A-FF07-3FBB-3CBB-0B79EFB26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823" y="814738"/>
            <a:ext cx="6802354" cy="6043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611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45E66A-39C9-FF13-5A6B-B12EF3F06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База данных</a:t>
            </a:r>
            <a:r>
              <a:rPr lang="en-US" dirty="0"/>
              <a:t> </a:t>
            </a:r>
            <a:r>
              <a:rPr lang="ru-RU" dirty="0"/>
              <a:t>на основе </a:t>
            </a:r>
            <a:r>
              <a:rPr lang="en-US" dirty="0" err="1"/>
              <a:t>EntityFramework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1BA4969A-41F3-6C27-3000-E82A259536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09571" y="3125773"/>
            <a:ext cx="7877892" cy="2468330"/>
          </a:xfr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C83189C-513A-8225-E67C-7A5DF0F36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762479"/>
            <a:ext cx="3130371" cy="491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486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02B388-6B1F-BC7F-66F1-85D16EDEA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</a:t>
            </a:r>
            <a:r>
              <a:rPr lang="ru-RU" dirty="0"/>
              <a:t> - приложение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155629-1D7F-AFFD-C6FB-9462AB32F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Задачи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ru-RU" dirty="0"/>
              <a:t>взаимодействие с клиентом (клиентоориентированность)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- возможность администрирования (редактирование</a:t>
            </a:r>
            <a:r>
              <a:rPr lang="en-US" dirty="0"/>
              <a:t>,</a:t>
            </a:r>
            <a:r>
              <a:rPr lang="ru-RU" dirty="0"/>
              <a:t> обработка заявок)</a:t>
            </a:r>
          </a:p>
        </p:txBody>
      </p:sp>
    </p:spTree>
    <p:extLst>
      <p:ext uri="{BB962C8B-B14F-4D97-AF65-F5344CB8AC3E}">
        <p14:creationId xmlns:p14="http://schemas.microsoft.com/office/powerpoint/2010/main" val="2724637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F1095B2-B703-6C19-F56D-564CB6B26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35" y="67479"/>
            <a:ext cx="10515600" cy="1325563"/>
          </a:xfrm>
        </p:spPr>
        <p:txBody>
          <a:bodyPr/>
          <a:lstStyle/>
          <a:p>
            <a:r>
              <a:rPr lang="ru-RU" dirty="0"/>
              <a:t>Главное меню</a:t>
            </a:r>
            <a:r>
              <a:rPr lang="en-US" dirty="0"/>
              <a:t> (</a:t>
            </a:r>
            <a:r>
              <a:rPr lang="ru-RU" dirty="0"/>
              <a:t>клиент)</a:t>
            </a: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A94EE070-5BD7-473B-A003-768049278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900" y="1553062"/>
            <a:ext cx="493776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Основные функции</a:t>
            </a:r>
            <a:r>
              <a:rPr lang="en-US" sz="2400" dirty="0"/>
              <a:t>:</a:t>
            </a:r>
            <a:endParaRPr lang="ru-RU" sz="2400" dirty="0"/>
          </a:p>
          <a:p>
            <a:pPr marL="0" indent="0">
              <a:buNone/>
            </a:pPr>
            <a:r>
              <a:rPr lang="ru-RU" sz="2400" dirty="0"/>
              <a:t>- взаимодействие с меню в </a:t>
            </a:r>
            <a:r>
              <a:rPr lang="ru-RU" sz="2400" dirty="0" err="1"/>
              <a:t>хэдере</a:t>
            </a:r>
            <a:r>
              <a:rPr lang="en-US" sz="2400" dirty="0"/>
              <a:t>,</a:t>
            </a:r>
            <a:r>
              <a:rPr lang="ru-RU" sz="2400" dirty="0"/>
              <a:t> а также в футере страницы для перемещения по сайту</a:t>
            </a:r>
            <a:r>
              <a:rPr lang="en-US" sz="2400" dirty="0"/>
              <a:t>,</a:t>
            </a:r>
            <a:r>
              <a:rPr lang="ru-RU" sz="2400" dirty="0"/>
              <a:t> а также вход и регистрация</a:t>
            </a:r>
          </a:p>
          <a:p>
            <a:pPr marL="0" indent="0">
              <a:buNone/>
            </a:pPr>
            <a:r>
              <a:rPr lang="ru-RU" sz="2400" dirty="0"/>
              <a:t>- отправка заявки для предоставления услуги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22F5E93-C9C3-F248-6AC8-5D6DBC423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94" y="1708379"/>
            <a:ext cx="5175438" cy="464078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B41CE01-2877-0AED-A897-268F57634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068" y="5705048"/>
            <a:ext cx="2590483" cy="6618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A8DF75-2DDC-20CA-1314-D6A96E28FA71}"/>
              </a:ext>
            </a:extLst>
          </p:cNvPr>
          <p:cNvSpPr txBox="1"/>
          <p:nvPr/>
        </p:nvSpPr>
        <p:spPr>
          <a:xfrm>
            <a:off x="6438900" y="5304938"/>
            <a:ext cx="2578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err="1"/>
              <a:t>Изобрежение</a:t>
            </a:r>
            <a:r>
              <a:rPr lang="ru-RU" sz="2000" dirty="0"/>
              <a:t> футера</a:t>
            </a:r>
            <a:r>
              <a:rPr lang="en-US" sz="2000" dirty="0"/>
              <a:t>: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285972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869C63-988C-E4A4-1DDF-98A9E4EF4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35" y="197019"/>
            <a:ext cx="10515600" cy="1325563"/>
          </a:xfrm>
        </p:spPr>
        <p:txBody>
          <a:bodyPr/>
          <a:lstStyle/>
          <a:p>
            <a:r>
              <a:rPr lang="ru-RU" dirty="0"/>
              <a:t>Меню </a:t>
            </a:r>
            <a:r>
              <a:rPr lang="en-US" dirty="0"/>
              <a:t>“</a:t>
            </a:r>
            <a:r>
              <a:rPr lang="ru-RU" dirty="0"/>
              <a:t>Проекты</a:t>
            </a:r>
            <a:r>
              <a:rPr lang="en-US" dirty="0"/>
              <a:t>”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AC32F6D-74AA-5013-CD8D-8437B2FE0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35" y="1366894"/>
            <a:ext cx="4198620" cy="231491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4091251-2337-2544-925C-C010F891D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4195" y="1366894"/>
            <a:ext cx="7185885" cy="468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073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F1095B2-B703-6C19-F56D-564CB6B26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35" y="67479"/>
            <a:ext cx="10515600" cy="1325563"/>
          </a:xfrm>
        </p:spPr>
        <p:txBody>
          <a:bodyPr/>
          <a:lstStyle/>
          <a:p>
            <a:r>
              <a:rPr lang="ru-RU" dirty="0"/>
              <a:t>Главное меню</a:t>
            </a:r>
            <a:r>
              <a:rPr lang="en-US" dirty="0"/>
              <a:t> (</a:t>
            </a:r>
            <a:r>
              <a:rPr lang="ru-RU" dirty="0"/>
              <a:t>администратор)</a:t>
            </a: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A94EE070-5BD7-473B-A003-768049278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7020" y="1495911"/>
            <a:ext cx="493776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Основные функции</a:t>
            </a:r>
            <a:r>
              <a:rPr lang="en-US" sz="2400" dirty="0"/>
              <a:t>:</a:t>
            </a:r>
            <a:endParaRPr lang="ru-RU" sz="2400" dirty="0"/>
          </a:p>
          <a:p>
            <a:pPr marL="0" indent="0">
              <a:buNone/>
            </a:pPr>
            <a:r>
              <a:rPr lang="ru-RU" sz="2400" dirty="0"/>
              <a:t>- взаимодействие с меню для перемещения по сайту</a:t>
            </a:r>
          </a:p>
          <a:p>
            <a:pPr marL="0" indent="0">
              <a:buNone/>
            </a:pPr>
            <a:r>
              <a:rPr lang="ru-RU" sz="2400" dirty="0"/>
              <a:t>- редактирование страницы (с помощью кнопки </a:t>
            </a:r>
            <a:r>
              <a:rPr lang="en-US" sz="2400" dirty="0"/>
              <a:t>“</a:t>
            </a:r>
            <a:r>
              <a:rPr lang="ru-RU" sz="2400" dirty="0"/>
              <a:t>Редактировать</a:t>
            </a:r>
            <a:r>
              <a:rPr lang="en-US" sz="2400" dirty="0"/>
              <a:t>”)</a:t>
            </a:r>
            <a:endParaRPr lang="ru-RU" sz="2400" dirty="0"/>
          </a:p>
          <a:p>
            <a:pPr marL="0" indent="0">
              <a:buNone/>
            </a:pPr>
            <a:r>
              <a:rPr lang="ru-RU" sz="2400" dirty="0"/>
              <a:t>- наличие меню </a:t>
            </a:r>
            <a:r>
              <a:rPr lang="en-US" sz="2400" dirty="0"/>
              <a:t>“</a:t>
            </a:r>
            <a:r>
              <a:rPr lang="ru-RU" sz="2400" dirty="0"/>
              <a:t>Рабочий стол</a:t>
            </a:r>
            <a:r>
              <a:rPr lang="en-US" sz="2400" dirty="0"/>
              <a:t>”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9E008AE-402C-00C7-7B59-E28EA4FE8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35" y="1187460"/>
            <a:ext cx="5499929" cy="496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550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49A84A-E000-00A3-B212-FACBD6078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795" y="1173801"/>
            <a:ext cx="8754656" cy="5616720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6128B2B4-3E18-B811-0A98-71BB6B770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35" y="67479"/>
            <a:ext cx="10515600" cy="1325563"/>
          </a:xfrm>
        </p:spPr>
        <p:txBody>
          <a:bodyPr/>
          <a:lstStyle/>
          <a:p>
            <a:r>
              <a:rPr lang="ru-RU" dirty="0"/>
              <a:t>Режим редактирования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2792891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8C1784E-B768-794E-9E40-B0597ADF0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00167"/>
            <a:ext cx="4655164" cy="3143747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4E2D993-6489-BE66-256F-9F818558E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35" y="67479"/>
            <a:ext cx="10515600" cy="1325563"/>
          </a:xfrm>
        </p:spPr>
        <p:txBody>
          <a:bodyPr/>
          <a:lstStyle/>
          <a:p>
            <a:r>
              <a:rPr lang="ru-RU" dirty="0"/>
              <a:t>Режим редактирования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7FAAA9C-7961-6056-2768-7841429C1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220" y="2000167"/>
            <a:ext cx="5704844" cy="3143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116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A85A861-0F39-D012-4E50-393A27F2B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3340" y="1632137"/>
            <a:ext cx="4450080" cy="4351338"/>
          </a:xfrm>
        </p:spPr>
        <p:txBody>
          <a:bodyPr/>
          <a:lstStyle/>
          <a:p>
            <a:pPr marL="0" indent="0">
              <a:buNone/>
            </a:pPr>
            <a:r>
              <a:rPr lang="ru-RU" sz="2800" dirty="0"/>
              <a:t>Основные функции</a:t>
            </a:r>
            <a:r>
              <a:rPr lang="en-US" sz="2800" dirty="0"/>
              <a:t>:</a:t>
            </a:r>
            <a:endParaRPr lang="ru-RU" sz="2800" dirty="0"/>
          </a:p>
          <a:p>
            <a:pPr marL="0" indent="0">
              <a:buNone/>
            </a:pPr>
            <a:r>
              <a:rPr lang="ru-RU" dirty="0"/>
              <a:t>- обработка полученных заявок</a:t>
            </a:r>
            <a:endParaRPr lang="ru-RU" sz="2800" dirty="0"/>
          </a:p>
          <a:p>
            <a:pPr marL="0" indent="0">
              <a:buNone/>
            </a:pPr>
            <a:r>
              <a:rPr lang="ru-RU" sz="2800" dirty="0"/>
              <a:t>- фильтрация заявок по датам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E0A4BC8-6029-9A42-7DE3-20A998FB8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051" y="191918"/>
            <a:ext cx="10515600" cy="1325563"/>
          </a:xfrm>
        </p:spPr>
        <p:txBody>
          <a:bodyPr/>
          <a:lstStyle/>
          <a:p>
            <a:r>
              <a:rPr lang="ru-RU" dirty="0"/>
              <a:t>Рабочий стол </a:t>
            </a:r>
            <a:r>
              <a:rPr lang="en-US" dirty="0"/>
              <a:t>Web</a:t>
            </a:r>
            <a:r>
              <a:rPr lang="ru-RU" dirty="0"/>
              <a:t> приложения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6A8BC30-21B8-0B20-0628-35613C842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1" y="1632137"/>
            <a:ext cx="7147559" cy="331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964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98E2D6-0A73-292B-BBB9-4369BE672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WPF</a:t>
            </a:r>
            <a:r>
              <a:rPr lang="ru-RU" dirty="0"/>
              <a:t> - приложение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A797DB49-270B-E132-2AD6-108EBD45A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168" y="1512806"/>
            <a:ext cx="5586664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Задачи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ru-RU" dirty="0"/>
              <a:t>взаимодействие с клиентом (клиентоориентированность)</a:t>
            </a:r>
          </a:p>
          <a:p>
            <a:pPr marL="0" indent="0">
              <a:buNone/>
            </a:pPr>
            <a:r>
              <a:rPr lang="ru-RU" dirty="0"/>
              <a:t>- возможность администрирования (обработка заявок)</a:t>
            </a:r>
          </a:p>
        </p:txBody>
      </p:sp>
      <p:pic>
        <p:nvPicPr>
          <p:cNvPr id="12" name="Объект 4">
            <a:extLst>
              <a:ext uri="{FF2B5EF4-FFF2-40B4-BE49-F238E27FC236}">
                <a16:creationId xmlns:a16="http://schemas.microsoft.com/office/drawing/2014/main" id="{11F99A5F-0AA9-6593-1507-722556606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989" y="2193612"/>
            <a:ext cx="5000054" cy="3954329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5E91C34-85D7-CE31-BFC5-9BA2CB316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697" y="3842569"/>
            <a:ext cx="1705213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15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2C80E4-E6A4-B235-C8E9-047CBBB3F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Рабочий стол </a:t>
            </a:r>
            <a:r>
              <a:rPr lang="en-US" dirty="0"/>
              <a:t>WPF</a:t>
            </a:r>
            <a:r>
              <a:rPr lang="ru-RU" dirty="0"/>
              <a:t> приложения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653779F-25DE-BF3D-D67C-73B9F521F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42" y="1690688"/>
            <a:ext cx="8109286" cy="4475617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27A0E1B5-1DA5-7858-8C75-F035A2713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980" y="1690688"/>
            <a:ext cx="4450080" cy="4351338"/>
          </a:xfrm>
        </p:spPr>
        <p:txBody>
          <a:bodyPr/>
          <a:lstStyle/>
          <a:p>
            <a:pPr marL="0" indent="0">
              <a:buNone/>
            </a:pPr>
            <a:r>
              <a:rPr lang="ru-RU" sz="2800" dirty="0"/>
              <a:t>Основные функции</a:t>
            </a:r>
            <a:r>
              <a:rPr lang="en-US" sz="2800" dirty="0"/>
              <a:t>:</a:t>
            </a:r>
            <a:endParaRPr lang="ru-RU" sz="2800" dirty="0"/>
          </a:p>
          <a:p>
            <a:pPr marL="0" indent="0">
              <a:buNone/>
            </a:pPr>
            <a:r>
              <a:rPr lang="ru-RU" dirty="0"/>
              <a:t>- обработка полученных заявок</a:t>
            </a:r>
            <a:endParaRPr lang="ru-RU" sz="2800" dirty="0"/>
          </a:p>
          <a:p>
            <a:pPr marL="0" indent="0">
              <a:buNone/>
            </a:pPr>
            <a:r>
              <a:rPr lang="ru-RU" sz="2800" dirty="0"/>
              <a:t>- фильтрация заявок по датам</a:t>
            </a:r>
          </a:p>
        </p:txBody>
      </p:sp>
    </p:spTree>
    <p:extLst>
      <p:ext uri="{BB962C8B-B14F-4D97-AF65-F5344CB8AC3E}">
        <p14:creationId xmlns:p14="http://schemas.microsoft.com/office/powerpoint/2010/main" val="897872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1E7EA2-508D-E65A-21E0-EABE5DFC9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Telegram</a:t>
            </a:r>
            <a:r>
              <a:rPr lang="ru-RU" dirty="0"/>
              <a:t> - бот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D699C7-84F0-4BF7-BC9D-C3692F921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Цель</a:t>
            </a:r>
            <a:r>
              <a:rPr lang="en-US" dirty="0"/>
              <a:t>:</a:t>
            </a:r>
            <a:r>
              <a:rPr lang="ru-RU" dirty="0"/>
              <a:t> продвижение бизнеса</a:t>
            </a:r>
          </a:p>
          <a:p>
            <a:pPr marL="0" indent="0">
              <a:buNone/>
            </a:pPr>
            <a:r>
              <a:rPr lang="ru-RU" dirty="0"/>
              <a:t>Задача</a:t>
            </a:r>
            <a:r>
              <a:rPr lang="en-US" dirty="0"/>
              <a:t>: </a:t>
            </a:r>
            <a:r>
              <a:rPr lang="ru-RU" dirty="0"/>
              <a:t>взаимодействие с клиентом </a:t>
            </a:r>
          </a:p>
          <a:p>
            <a:pPr marL="0" indent="0">
              <a:buNone/>
            </a:pPr>
            <a:r>
              <a:rPr lang="ru-RU" dirty="0"/>
              <a:t>(клиентоориентированность)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BCBEF4E-0D55-E1CD-34EB-3F75142B7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4727" y="1037023"/>
            <a:ext cx="4961021" cy="569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42142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</TotalTime>
  <Words>246</Words>
  <Application>Microsoft Office PowerPoint</Application>
  <PresentationFormat>Широкоэкранный</PresentationFormat>
  <Paragraphs>49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Тема Office</vt:lpstr>
      <vt:lpstr>            Презентация к проекту Разработка CRM приложения.</vt:lpstr>
      <vt:lpstr>Что включает в себя проект?</vt:lpstr>
      <vt:lpstr>Сервер API</vt:lpstr>
      <vt:lpstr>Взаимодействие с API</vt:lpstr>
      <vt:lpstr>База данных на основе EntityFramework</vt:lpstr>
      <vt:lpstr>Web - приложение</vt:lpstr>
      <vt:lpstr>Главное меню (клиент)</vt:lpstr>
      <vt:lpstr>Меню “Проекты”</vt:lpstr>
      <vt:lpstr>Главное меню (администратор)</vt:lpstr>
      <vt:lpstr>Режим редактирования</vt:lpstr>
      <vt:lpstr>Режим редактирования</vt:lpstr>
      <vt:lpstr>Рабочий стол Web приложения</vt:lpstr>
      <vt:lpstr>WPF - приложение</vt:lpstr>
      <vt:lpstr>Рабочий стол WPF приложения</vt:lpstr>
      <vt:lpstr>Telegram - бот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к итоговому проекту курса C# - разработчки с 0 до PRO. Разработка CRM приложения.</dc:title>
  <dc:creator>Антон</dc:creator>
  <cp:lastModifiedBy>Антон Дробышев</cp:lastModifiedBy>
  <cp:revision>88</cp:revision>
  <dcterms:created xsi:type="dcterms:W3CDTF">2023-09-26T10:48:06Z</dcterms:created>
  <dcterms:modified xsi:type="dcterms:W3CDTF">2023-11-27T11:56:04Z</dcterms:modified>
</cp:coreProperties>
</file>